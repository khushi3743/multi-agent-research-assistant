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4AFF"/>
          </a:solidFill>
          <a:ln w="12700">
            <a:solidFill>
              <a:srgbClr val="3B4A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Multi-Agent Research Assistant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Comparing single-LLM vs. multi-agent architectures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automated research and report generation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4A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Khushi  ·  B.Tech AI &amp; Data Science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github.com/Khushi3743/Multi-Agent-Research-Assistant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4AFF"/>
          </a:solidFill>
          <a:ln w="12700">
            <a:solidFill>
              <a:srgbClr val="3B4A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&amp; Motivation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77724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0789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4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overload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35331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questions require synthesizing multiple sources — doing this manually is slow and inconsistent.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8046720" cy="77724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0391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4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Single-LLM limitations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31343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search + one LLM call misses nuance: different aspects of a question need different searches.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8046720" cy="77724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999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4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hypothesis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27355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Decomposing a question into sub-tasks and assigning specialized agents should improve coverage and depth.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8046720" cy="77724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95935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4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Measurable tradeoffs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23367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systems add latency. The real question: is the quality gain worth the cost?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4AFF"/>
          </a:solidFill>
          <a:ln w="12700">
            <a:solidFill>
              <a:srgbClr val="3B4A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657600" cy="347472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0972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APPROACH 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Single-LLM Baseline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108960" cy="384048"/>
          </a:xfrm>
          <a:prstGeom prst="rect">
            <a:avLst/>
          </a:prstGeom>
          <a:solidFill>
            <a:srgbClr val="13151F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8562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Question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1854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3108960" cy="384048"/>
          </a:xfrm>
          <a:prstGeom prst="rect">
            <a:avLst/>
          </a:prstGeom>
          <a:solidFill>
            <a:srgbClr val="13151F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4505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Search (1×)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27797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3108960" cy="384048"/>
          </a:xfrm>
          <a:prstGeom prst="rect">
            <a:avLst/>
          </a:prstGeom>
          <a:solidFill>
            <a:srgbClr val="13151F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0449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Call (1×)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33741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3108960" cy="384048"/>
          </a:xfrm>
          <a:prstGeom prst="rect">
            <a:avLst/>
          </a:prstGeom>
          <a:solidFill>
            <a:srgbClr val="13151F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6393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Cited Report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1005840"/>
            <a:ext cx="3657600" cy="3474720"/>
          </a:xfrm>
          <a:prstGeom prst="rect">
            <a:avLst/>
          </a:prstGeom>
          <a:solidFill>
            <a:srgbClr val="1A1D27"/>
          </a:solidFill>
          <a:ln w="12700">
            <a:solidFill>
              <a:srgbClr val="3B4A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57800" y="10972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A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APPROACH 2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Multi-Agent Pipeline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94960" y="1783080"/>
            <a:ext cx="3108960" cy="384048"/>
          </a:xfrm>
          <a:prstGeom prst="rect">
            <a:avLst/>
          </a:prstGeom>
          <a:solidFill>
            <a:srgbClr val="13151F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40680" y="18562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Planner Agent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21854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94960" y="2377440"/>
            <a:ext cx="3108960" cy="384048"/>
          </a:xfrm>
          <a:prstGeom prst="rect">
            <a:avLst/>
          </a:prstGeom>
          <a:solidFill>
            <a:srgbClr val="13151F"/>
          </a:solidFill>
          <a:ln w="12700">
            <a:solidFill>
              <a:srgbClr val="3B4A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40680" y="24505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Researcher Agent (×3-4)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27797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94960" y="2971800"/>
            <a:ext cx="3108960" cy="384048"/>
          </a:xfrm>
          <a:prstGeom prst="rect">
            <a:avLst/>
          </a:prstGeom>
          <a:solidFill>
            <a:srgbClr val="13151F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40680" y="30449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Synthesizer Agent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33741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94960" y="3566160"/>
            <a:ext cx="3108960" cy="384048"/>
          </a:xfrm>
          <a:prstGeom prst="rect">
            <a:avLst/>
          </a:prstGeom>
          <a:solidFill>
            <a:srgbClr val="13151F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40680" y="36393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Cited Report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160520" y="24688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4AFF"/>
          </a:solidFill>
          <a:ln w="12700">
            <a:solidFill>
              <a:srgbClr val="3B4A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069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3.14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0698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A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Core language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35331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 src/ structure: baseline.py, multi_agent.py, evaluate.py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804672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865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 + LLaMA 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18653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A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LLM inference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14884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Fast, free-tier inference. Used for planning, research synthesis, and LLM-as-judge evaluation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596896"/>
            <a:ext cx="804672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6609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Tavily Search API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26609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A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Web retrieval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9443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web search. Each agent call triggers independent searches per sub-question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392424"/>
            <a:ext cx="804672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456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834640" y="34564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A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 interface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73989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side-by-side comparison UI — baseline vs multi-agent, with metrics and sub-questions shown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187952"/>
            <a:ext cx="804672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2519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python-dotenv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834640" y="4251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A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Config &amp; security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53542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keys stored in .env, excluded via .gitignore — never committed to GitHub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4AFF"/>
          </a:solidFill>
          <a:ln w="12700">
            <a:solidFill>
              <a:srgbClr val="3B4A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 Results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questions · Technical, business, and career domains · LLM-as-judge scoring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347472"/>
          </a:xfrm>
          <a:prstGeom prst="rect">
            <a:avLst/>
          </a:prstGeom>
          <a:solidFill>
            <a:srgbClr val="13151F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2527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12527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12527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Multi-Agent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12527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00200"/>
            <a:ext cx="8046720" cy="54864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17465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Sources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1746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1746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17465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+140%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258568"/>
            <a:ext cx="8046720" cy="54864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404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Comprehensiveness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24048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8.0 / 10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24048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8.44 / 10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24048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+0.44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916936"/>
            <a:ext cx="8046720" cy="54864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063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Clarity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611880" y="3063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8.44 / 10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3063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8.67 / 10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3063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+0.23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575304"/>
            <a:ext cx="8046720" cy="54864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3721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Time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611880" y="3721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10.86s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257800" y="3721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32.96s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132320" y="3721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3× slower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4AFF"/>
          </a:solidFill>
          <a:ln w="12700">
            <a:solidFill>
              <a:srgbClr val="3B4A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Finding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046720" cy="1371600"/>
          </a:xfrm>
          <a:prstGeom prst="rect">
            <a:avLst/>
          </a:prstGeom>
          <a:solidFill>
            <a:srgbClr val="1A1D27"/>
          </a:solidFill>
          <a:ln w="12700">
            <a:solidFill>
              <a:srgbClr val="3B4A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09728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"Agent decomposition dramatically improves source coverage (2.4×) with modest quality gains, at roughly 3× the latency cost — suggesting the tradeoff favors multi-agent on genuinely complex, multi-faceted questions."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8046720" cy="512064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6426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64261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coverage: multi-agent wins clearly — 12 vs 5 sources on average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136392"/>
            <a:ext cx="8046720" cy="512064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26440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26440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scores: modest improvement (comprehensiveness +0.44, clarity +0.23)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58184"/>
            <a:ext cx="8046720" cy="512064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862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88620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Latency: multi-agent is 3× slower (33s vs 11s) — a real cost for users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379976"/>
            <a:ext cx="8046720" cy="512064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5079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4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50799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Implication: baseline is better for simple questions; multi-agent pays off for complex, multi-part research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4AFF"/>
          </a:solidFill>
          <a:ln w="12700">
            <a:solidFill>
              <a:srgbClr val="3B4A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Interview Questions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046720" cy="804672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515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4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05156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did you choose a multi-agent approach over a single LLM call?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8046720" cy="804672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11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4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01168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did you measure and compare the two systems?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8046720" cy="804672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971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4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9718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would you improve if you had more time?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8046720" cy="804672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9319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4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9319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does this relate to data engineering / data science work?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Full answers with suggested responses in the project report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4AFF"/>
          </a:solidFill>
          <a:ln w="12700">
            <a:solidFill>
              <a:srgbClr val="3B4A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Project Demonstrates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04672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02412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system design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30759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Decomposing complex tasks into specialized agents — a core pattern in modern AI engineering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64792"/>
            <a:ext cx="804672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82880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methodology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1226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and ran a benchmark: 9 questions, two systems, LLM-as-judge scoring, quantitative results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569464"/>
            <a:ext cx="804672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63347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integration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91693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 LLM API + Tavily Search — production-ready external service integration with secure key management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374136"/>
            <a:ext cx="804672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43814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Data-driven conclusions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72160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interpreted honestly — multi-agent wins on coverage but not always on quality/latency tradeoff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178808"/>
            <a:ext cx="804672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24281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delivery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52628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repo setup → baseline → multi-agent → eval harness → Streamlit demo → documented findings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2026-09-02T17:49:05Z</dcterms:created>
  <dcterms:modified xsi:type="dcterms:W3CDTF">2026-09-02T17:49:05Z</dcterms:modified>
</cp:coreProperties>
</file>